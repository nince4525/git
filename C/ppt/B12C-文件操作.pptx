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92" autoAdjust="0"/>
    <p:restoredTop sz="94660"/>
  </p:normalViewPr>
  <p:slideViewPr>
    <p:cSldViewPr snapToGrid="0">
      <p:cViewPr varScale="1">
        <p:scale>
          <a:sx n="99" d="100"/>
          <a:sy n="99" d="100"/>
        </p:scale>
        <p:origin x="3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5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245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73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24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30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83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29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41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466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33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63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5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文件操作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77DB8-9A1D-408B-BCB3-E142F7F3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</a:t>
            </a:r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46739F-FF18-42A1-8F18-777D18B8F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输入流</a:t>
            </a:r>
            <a:endParaRPr lang="en-US" altLang="zh-CN" dirty="0"/>
          </a:p>
          <a:p>
            <a:pPr lvl="1"/>
            <a:r>
              <a:rPr lang="zh-CN" altLang="en-US" dirty="0"/>
              <a:t>任意输入的源：键盘、文件等</a:t>
            </a:r>
            <a:endParaRPr lang="en-US" altLang="zh-CN" dirty="0"/>
          </a:p>
          <a:p>
            <a:r>
              <a:rPr lang="zh-CN" altLang="en-US" dirty="0"/>
              <a:t>输出流</a:t>
            </a:r>
            <a:endParaRPr lang="en-US" altLang="zh-CN" dirty="0"/>
          </a:p>
          <a:p>
            <a:pPr lvl="1"/>
            <a:r>
              <a:rPr lang="zh-CN" altLang="en-US" dirty="0"/>
              <a:t>任意输出的目的地：屏幕、文件等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141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7DA28-79C5-44E4-A9AE-FA173794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8F6105-CA4E-40D0-91A2-AD5F039D5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文件指针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FILE *</a:t>
            </a:r>
            <a:r>
              <a:rPr lang="en-US" altLang="zh-CN" dirty="0" err="1"/>
              <a:t>fp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标准流</a:t>
            </a:r>
            <a:endParaRPr lang="en-US" altLang="zh-CN" dirty="0"/>
          </a:p>
          <a:p>
            <a:pPr lvl="1"/>
            <a:r>
              <a:rPr lang="en-US" altLang="zh-CN" dirty="0"/>
              <a:t>stdin</a:t>
            </a:r>
            <a:r>
              <a:rPr lang="zh-CN" altLang="en-US" dirty="0"/>
              <a:t>、</a:t>
            </a:r>
            <a:r>
              <a:rPr lang="en-US" altLang="zh-CN" dirty="0" err="1"/>
              <a:t>stdout</a:t>
            </a:r>
            <a:r>
              <a:rPr lang="zh-CN" altLang="en-US" dirty="0"/>
              <a:t>、</a:t>
            </a:r>
            <a:r>
              <a:rPr lang="en-US" altLang="zh-CN" dirty="0"/>
              <a:t>stderr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417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56CD2-9C78-498B-95F1-4CEE1BD1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打开和关闭文件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A0648E-1236-46C6-BE91-7C1421DF3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FILE *</a:t>
            </a:r>
            <a:r>
              <a:rPr lang="en-US" altLang="zh-CN" dirty="0" err="1"/>
              <a:t>fp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 err="1"/>
              <a:t>fp</a:t>
            </a:r>
            <a:r>
              <a:rPr lang="en-US" altLang="zh-CN" dirty="0"/>
              <a:t> = </a:t>
            </a:r>
            <a:r>
              <a:rPr lang="en-US" altLang="zh-CN" dirty="0" err="1"/>
              <a:t>fopen</a:t>
            </a:r>
            <a:r>
              <a:rPr lang="en-US" altLang="zh-CN" dirty="0"/>
              <a:t>(“data.txt”, “rt”);</a:t>
            </a:r>
          </a:p>
          <a:p>
            <a:pPr marL="0" indent="0">
              <a:buNone/>
            </a:pPr>
            <a:r>
              <a:rPr lang="en-US" altLang="zh-CN" dirty="0" err="1"/>
              <a:t>fp</a:t>
            </a:r>
            <a:r>
              <a:rPr lang="en-US" altLang="zh-CN" dirty="0"/>
              <a:t> = </a:t>
            </a:r>
            <a:r>
              <a:rPr lang="en-US" altLang="zh-CN" dirty="0" err="1"/>
              <a:t>fopen</a:t>
            </a:r>
            <a:r>
              <a:rPr lang="en-US" altLang="zh-CN" dirty="0"/>
              <a:t>(“data.txt”, “</a:t>
            </a:r>
            <a:r>
              <a:rPr lang="en-US" altLang="zh-CN" dirty="0" err="1"/>
              <a:t>wb</a:t>
            </a:r>
            <a:r>
              <a:rPr lang="en-US" altLang="zh-CN" dirty="0"/>
              <a:t>”);</a:t>
            </a:r>
          </a:p>
          <a:p>
            <a:pPr marL="0" indent="0">
              <a:buNone/>
            </a:pPr>
            <a:r>
              <a:rPr lang="en-US" altLang="zh-CN" dirty="0" err="1"/>
              <a:t>fclose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3731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6539F-509D-47D3-B961-78D71BA4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重定向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3BC380-8105-4D7C-9743-55DE0EA2A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例如：将标准输入重定向到文件：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FILE *</a:t>
            </a:r>
            <a:r>
              <a:rPr lang="en-US" altLang="zh-CN" dirty="0" err="1"/>
              <a:t>fp</a:t>
            </a:r>
            <a:r>
              <a:rPr lang="en-US" altLang="zh-CN" dirty="0"/>
              <a:t> = </a:t>
            </a:r>
            <a:r>
              <a:rPr lang="en-US" altLang="zh-CN" dirty="0" err="1"/>
              <a:t>freopen</a:t>
            </a:r>
            <a:r>
              <a:rPr lang="en-US" altLang="zh-CN" dirty="0"/>
              <a:t>(“data.txt”, “rt”, stdin);</a:t>
            </a:r>
          </a:p>
          <a:p>
            <a:pPr marL="0" indent="0">
              <a:buNone/>
            </a:pPr>
            <a:r>
              <a:rPr lang="zh-CN" altLang="en-US" dirty="0"/>
              <a:t>这样一来，数据从</a:t>
            </a:r>
            <a:r>
              <a:rPr lang="en-US" altLang="zh-CN" dirty="0"/>
              <a:t>data.txt</a:t>
            </a:r>
            <a:r>
              <a:rPr lang="zh-CN" altLang="en-US" dirty="0"/>
              <a:t>中读取，而不再是键盘</a:t>
            </a:r>
          </a:p>
        </p:txBody>
      </p:sp>
    </p:spTree>
    <p:extLst>
      <p:ext uri="{BB962C8B-B14F-4D97-AF65-F5344CB8AC3E}">
        <p14:creationId xmlns:p14="http://schemas.microsoft.com/office/powerpoint/2010/main" val="192844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46659-960A-4929-AE03-1727F024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从文件读取数据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2FD2A3-C040-4198-BC40-1EF4D97E7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char name[50];</a:t>
            </a:r>
          </a:p>
          <a:p>
            <a:pPr marL="0" indent="0">
              <a:buNone/>
            </a:pPr>
            <a:r>
              <a:rPr lang="en-US" altLang="zh-CN" dirty="0"/>
              <a:t>int age;</a:t>
            </a:r>
          </a:p>
          <a:p>
            <a:pPr marL="0" indent="0">
              <a:buNone/>
            </a:pPr>
            <a:r>
              <a:rPr lang="en-US" altLang="zh-CN" dirty="0"/>
              <a:t>FILE *</a:t>
            </a:r>
            <a:r>
              <a:rPr lang="en-US" altLang="zh-CN" dirty="0" err="1"/>
              <a:t>fp</a:t>
            </a:r>
            <a:r>
              <a:rPr lang="en-US" altLang="zh-CN" dirty="0"/>
              <a:t> = </a:t>
            </a:r>
            <a:r>
              <a:rPr lang="en-US" altLang="zh-CN" dirty="0" err="1"/>
              <a:t>fopen</a:t>
            </a:r>
            <a:r>
              <a:rPr lang="en-US" altLang="zh-CN" dirty="0"/>
              <a:t>(“data.txt”, “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t”);</a:t>
            </a:r>
          </a:p>
          <a:p>
            <a:pPr marL="0" indent="0">
              <a:buNone/>
            </a:pPr>
            <a:r>
              <a:rPr lang="en-US" altLang="zh-CN" dirty="0" err="1"/>
              <a:t>fscanf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, “%</a:t>
            </a:r>
            <a:r>
              <a:rPr lang="en-US" altLang="zh-CN" dirty="0" err="1"/>
              <a:t>s%d</a:t>
            </a:r>
            <a:r>
              <a:rPr lang="en-US" altLang="zh-CN" dirty="0"/>
              <a:t>”, name, &amp;age); // </a:t>
            </a:r>
            <a:r>
              <a:rPr lang="zh-CN" altLang="en-US" dirty="0"/>
              <a:t>格式化输入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c = </a:t>
            </a:r>
            <a:r>
              <a:rPr lang="en-US" altLang="zh-CN" dirty="0" err="1"/>
              <a:t>fgetc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); // </a:t>
            </a:r>
            <a:r>
              <a:rPr lang="zh-CN" altLang="en-US" dirty="0"/>
              <a:t>输入一个字符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fclose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24DA904F-B401-5573-C4BB-989108A367F6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textfile.c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30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46659-960A-4929-AE03-1727F024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向文件写入数据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2FD2A3-C040-4198-BC40-1EF4D97E7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char name[50] = “David”;</a:t>
            </a:r>
          </a:p>
          <a:p>
            <a:pPr marL="0" indent="0">
              <a:buNone/>
            </a:pPr>
            <a:r>
              <a:rPr lang="en-US" altLang="zh-CN" dirty="0"/>
              <a:t>int age = 20;</a:t>
            </a:r>
          </a:p>
          <a:p>
            <a:pPr marL="0" indent="0">
              <a:buNone/>
            </a:pPr>
            <a:r>
              <a:rPr lang="en-US" altLang="zh-CN" dirty="0"/>
              <a:t>FILE *</a:t>
            </a:r>
            <a:r>
              <a:rPr lang="en-US" altLang="zh-CN" dirty="0" err="1"/>
              <a:t>fp</a:t>
            </a:r>
            <a:r>
              <a:rPr lang="en-US" altLang="zh-CN" dirty="0"/>
              <a:t> = </a:t>
            </a:r>
            <a:r>
              <a:rPr lang="en-US" altLang="zh-CN" dirty="0" err="1"/>
              <a:t>fopen</a:t>
            </a:r>
            <a:r>
              <a:rPr lang="en-US" altLang="zh-CN" dirty="0"/>
              <a:t>(“data.txt”, “</a:t>
            </a:r>
            <a:r>
              <a:rPr lang="en-US" altLang="zh-CN" b="1" dirty="0" err="1">
                <a:solidFill>
                  <a:srgbClr val="FF0000"/>
                </a:solidFill>
              </a:rPr>
              <a:t>w</a:t>
            </a:r>
            <a:r>
              <a:rPr lang="en-US" altLang="zh-CN" dirty="0" err="1"/>
              <a:t>t</a:t>
            </a:r>
            <a:r>
              <a:rPr lang="en-US" altLang="zh-CN" dirty="0"/>
              <a:t>”);</a:t>
            </a:r>
          </a:p>
          <a:p>
            <a:pPr marL="0" indent="0">
              <a:buNone/>
            </a:pP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, “%</a:t>
            </a:r>
            <a:r>
              <a:rPr lang="en-US" altLang="zh-CN" dirty="0" err="1"/>
              <a:t>s%d</a:t>
            </a:r>
            <a:r>
              <a:rPr lang="en-US" altLang="zh-CN" dirty="0"/>
              <a:t>”, name, age); // </a:t>
            </a:r>
            <a:r>
              <a:rPr lang="zh-CN" altLang="en-US" dirty="0"/>
              <a:t>格式化输出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fputc</a:t>
            </a:r>
            <a:r>
              <a:rPr lang="en-US" altLang="zh-CN" dirty="0"/>
              <a:t>(‘A’, </a:t>
            </a:r>
            <a:r>
              <a:rPr lang="en-US" altLang="zh-CN" dirty="0" err="1"/>
              <a:t>fp</a:t>
            </a:r>
            <a:r>
              <a:rPr lang="en-US" altLang="zh-CN" dirty="0"/>
              <a:t>); // </a:t>
            </a:r>
            <a:r>
              <a:rPr lang="zh-CN" altLang="en-US" dirty="0"/>
              <a:t>写入一个字符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fclose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E7A55B66-132B-FA2B-27AD-2F429B62325C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textfile.c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94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ED941-1ECA-4C59-945C-7F7E965F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块输入输出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7A83F7-9E08-4ECB-9E78-BCCA8493D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int buffer[100];</a:t>
            </a:r>
          </a:p>
          <a:p>
            <a:pPr marL="0" indent="0">
              <a:buNone/>
            </a:pPr>
            <a:r>
              <a:rPr lang="en-US" altLang="zh-CN" dirty="0"/>
              <a:t>FILE *in = </a:t>
            </a:r>
            <a:r>
              <a:rPr lang="en-US" altLang="zh-CN" dirty="0" err="1"/>
              <a:t>fopen</a:t>
            </a:r>
            <a:r>
              <a:rPr lang="en-US" altLang="zh-CN" dirty="0"/>
              <a:t>(“data.txt”, “</a:t>
            </a:r>
            <a:r>
              <a:rPr lang="en-US" altLang="zh-CN" dirty="0" err="1"/>
              <a:t>r</a:t>
            </a:r>
            <a:r>
              <a:rPr lang="en-US" altLang="zh-CN" b="1" dirty="0" err="1">
                <a:solidFill>
                  <a:srgbClr val="FF0000"/>
                </a:solidFill>
              </a:rPr>
              <a:t>b</a:t>
            </a:r>
            <a:r>
              <a:rPr lang="en-US" altLang="zh-CN" dirty="0"/>
              <a:t>”);</a:t>
            </a:r>
          </a:p>
          <a:p>
            <a:pPr marL="0" indent="0">
              <a:buNone/>
            </a:pPr>
            <a:r>
              <a:rPr lang="en-US" altLang="zh-CN" dirty="0"/>
              <a:t>FILE *out = </a:t>
            </a:r>
            <a:r>
              <a:rPr lang="en-US" altLang="zh-CN" dirty="0" err="1"/>
              <a:t>fopen</a:t>
            </a:r>
            <a:r>
              <a:rPr lang="en-US" altLang="zh-CN" dirty="0"/>
              <a:t>(“output.txt”, “</a:t>
            </a:r>
            <a:r>
              <a:rPr lang="en-US" altLang="zh-CN" dirty="0" err="1"/>
              <a:t>w</a:t>
            </a:r>
            <a:r>
              <a:rPr lang="en-US" altLang="zh-CN" b="1" dirty="0" err="1">
                <a:solidFill>
                  <a:srgbClr val="FF0000"/>
                </a:solidFill>
              </a:rPr>
              <a:t>b</a:t>
            </a:r>
            <a:r>
              <a:rPr lang="en-US" altLang="zh-CN" dirty="0"/>
              <a:t>”);</a:t>
            </a:r>
          </a:p>
          <a:p>
            <a:pPr marL="0" indent="0">
              <a:buNone/>
            </a:pPr>
            <a:r>
              <a:rPr lang="en-US" altLang="zh-CN" dirty="0"/>
              <a:t>int </a:t>
            </a:r>
            <a:r>
              <a:rPr lang="en-US" altLang="zh-CN" b="1" i="1" dirty="0">
                <a:solidFill>
                  <a:srgbClr val="FF0000"/>
                </a:solidFill>
              </a:rPr>
              <a:t>bytes</a:t>
            </a:r>
            <a:r>
              <a:rPr lang="en-US" altLang="zh-CN" dirty="0"/>
              <a:t> = </a:t>
            </a:r>
            <a:r>
              <a:rPr lang="en-US" altLang="zh-CN" dirty="0" err="1"/>
              <a:t>fread</a:t>
            </a:r>
            <a:r>
              <a:rPr lang="en-US" altLang="zh-CN" dirty="0"/>
              <a:t>(buffer, </a:t>
            </a:r>
            <a:r>
              <a:rPr lang="en-US" altLang="zh-CN" dirty="0" err="1"/>
              <a:t>sizeof</a:t>
            </a:r>
            <a:r>
              <a:rPr lang="en-US" altLang="zh-CN" dirty="0"/>
              <a:t>(int), 100, in);</a:t>
            </a:r>
          </a:p>
          <a:p>
            <a:pPr marL="0" indent="0">
              <a:buNone/>
            </a:pPr>
            <a:r>
              <a:rPr lang="en-US" altLang="zh-CN" dirty="0" err="1"/>
              <a:t>fwrite</a:t>
            </a:r>
            <a:r>
              <a:rPr lang="en-US" altLang="zh-CN" dirty="0"/>
              <a:t>(buffer, </a:t>
            </a:r>
            <a:r>
              <a:rPr lang="en-US" altLang="zh-CN" dirty="0" err="1"/>
              <a:t>sizeof</a:t>
            </a:r>
            <a:r>
              <a:rPr lang="en-US" altLang="zh-CN" dirty="0"/>
              <a:t>(int), </a:t>
            </a:r>
            <a:r>
              <a:rPr lang="en-US" altLang="zh-CN" b="1" i="1" dirty="0">
                <a:solidFill>
                  <a:srgbClr val="FF0000"/>
                </a:solidFill>
              </a:rPr>
              <a:t>bytes</a:t>
            </a:r>
            <a:r>
              <a:rPr lang="en-US" altLang="zh-CN" dirty="0"/>
              <a:t>, out);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75C193EA-42DF-6AE3-46A4-FD7FF941A84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binfile.c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9444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1683</TotalTime>
  <Words>306</Words>
  <Application>Microsoft Office PowerPoint</Application>
  <PresentationFormat>宽屏</PresentationFormat>
  <Paragraphs>44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主题​​</vt:lpstr>
      <vt:lpstr>文件操作</vt:lpstr>
      <vt:lpstr>流stream</vt:lpstr>
      <vt:lpstr>文件指针</vt:lpstr>
      <vt:lpstr>打开和关闭文件</vt:lpstr>
      <vt:lpstr>重定向</vt:lpstr>
      <vt:lpstr>从文件读取数据</vt:lpstr>
      <vt:lpstr>向文件写入数据</vt:lpstr>
      <vt:lpstr>块输入输出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896</cp:revision>
  <dcterms:created xsi:type="dcterms:W3CDTF">2021-10-07T04:52:51Z</dcterms:created>
  <dcterms:modified xsi:type="dcterms:W3CDTF">2025-01-04T03:11:40Z</dcterms:modified>
</cp:coreProperties>
</file>